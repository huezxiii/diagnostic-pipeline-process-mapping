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77403a7a-5cab-76b4-a754-686c049cc269}">
          <p14:sldIdLst>
            <p14:sldId id="256"/>
            <p14:sldId id="257"/>
            <p14:sldId id="258"/>
          </p14:sldIdLst>
        </p14:section>
        <p14:section name="So What?" id="{9bedcb59-2bba-a02d-ede9-ab81c80493ad}">
          <p14:sldIdLst>
            <p14:sldId id="259"/>
            <p14:sldId id="260"/>
            <p14:sldId id="261"/>
          </p14:sldIdLst>
        </p14:section>
        <p14:section name="Now What?" id="{9afcad09-3e7b-1683-a52a-68a4ddec861d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Lab results now take 18.6 h on average, up from 4.2 h. This briefing shows where the time goes and asks for $520K to bring it down to 4.6 h.
Detail: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analyzers work on each sample for 42 min. The other 17.9 h is spent waiting before and after.
Detail: 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biggest single wait is at sample intake, where tubes are logged in by hand. 60% of clinic samples arrive between 4 and 6 PM, just as evening staffing drops.
Detail: 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Four problems cause most of the delay, and each has a fix later in the deck. One is that 38% of orders are marked urgent, so real emergencies get stuck behind routine work.
Detail: Ranked by non-value-added minutes from the event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For every hour a sample spends in the system, less than three minutes is real work. The rest is waiting, transport and fixing mistakes.
Detail: Process cycle efficiency = value-added time / total cycle time. The healthcare benchmark is above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delay costs about $6M a year in penalties and overtime. Doctors also wait 48 min to hear about dangerous results.
Detail: 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new process removes six steps and every point where people retype data. Logging samples in drops from 4.5 h to 12 min.
Detail: 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Each change targets one of the four problems from slide 4. The table shows the before and after for each one.
Detail: 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Results come back 75.3% faster and the program saves $4.35M a year. It pays for itself in 1.4 months.
Detail: 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We need two things today: approval for $520K and an executive sponsor. The central hub and ED go live in weeks 11 to 13.
Detail: 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Cutting lab result time from 18.6 h to 4.6 h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uses the same analyzers and staff. It changes how samples and information move between teams.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analyzers work. Samples spend the rest of the day waiting around them.</a:t>
            </a:r>
            <a:endParaRPr lang="en-US" sz="1600" dirty="0"/>
          </a:p>
        </p:txBody>
      </p:sp>
      <p:sp>
        <p:nvSpPr>
          <p:cNvPr id="6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9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2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how specimens and data reach the analyzer.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intake holds 25% of all waiting time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samples in on arrival (accessioning) is the biggest single queue.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 cause most of the delay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has a matching fix on slide 8.</a:t>
            </a:r>
            <a:endParaRPr lang="en-US" sz="1600" dirty="0"/>
          </a:p>
        </p:txBody>
      </p:sp>
      <p:sp>
        <p:nvSpPr>
          <p:cNvPr id="6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10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4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8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4% of the 18.6 h is real work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samples waiting in queues between teams.</a:t>
            </a:r>
            <a:endParaRPr lang="en-US" sz="1600" dirty="0"/>
          </a:p>
        </p:txBody>
      </p:sp>
      <p:sp>
        <p:nvSpPr>
          <p:cNvPr id="6" name="waiting-share"/>
          <p:cNvSpPr/>
          <p:nvPr/>
        </p:nvSpPr>
        <p:spPr>
          <a:xfrm>
            <a:off x="548640" y="178308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18.6 h is waiting, moving or rework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cycle efficiency: 3.76% today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15.22% after the redesign (benchmark above 15%)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6634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penalties and overtime come straight out of the budget.</a:t>
            </a:r>
            <a:endParaRPr lang="en-US" sz="1600" dirty="0"/>
          </a:p>
        </p:txBody>
      </p:sp>
      <p:sp>
        <p:nvSpPr>
          <p:cNvPr id="6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9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2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5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process has 12 steps and no retyping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and automatic messages replace the steps where people retyped data.</a:t>
            </a:r>
            <a:endParaRPr lang="en-US" sz="1600" dirty="0"/>
          </a:p>
        </p:txBody>
      </p:sp>
      <p:sp>
        <p:nvSpPr>
          <p:cNvPr id="6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1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6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1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6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fixes depend on staff working faster.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queue, so most of the before and after gap is waiting time that disappears.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comes back in 1.4 months, and every quality measure improves.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10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3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needs two things: the capital and a named executive sponsor.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343814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8" name="phase-1"/>
          <p:cNvSpPr/>
          <p:nvPr/>
        </p:nvSpPr>
        <p:spPr>
          <a:xfrm>
            <a:off x="4754880" y="343814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382219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1" name="phase-2"/>
          <p:cNvSpPr/>
          <p:nvPr/>
        </p:nvSpPr>
        <p:spPr>
          <a:xfrm>
            <a:off x="5589270" y="382219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513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420624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4" name="phase-3"/>
          <p:cNvSpPr/>
          <p:nvPr/>
        </p:nvSpPr>
        <p:spPr>
          <a:xfrm>
            <a:off x="6840855" y="4206240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354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754880" y="45902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7" name="phase-4"/>
          <p:cNvSpPr/>
          <p:nvPr/>
        </p:nvSpPr>
        <p:spPr>
          <a:xfrm>
            <a:off x="7675245" y="4590288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54880" y="49743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0" name="phase-5"/>
          <p:cNvSpPr/>
          <p:nvPr/>
        </p:nvSpPr>
        <p:spPr>
          <a:xfrm>
            <a:off x="8926830" y="497433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303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535838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3" name="phase-6"/>
          <p:cNvSpPr/>
          <p:nvPr/>
        </p:nvSpPr>
        <p:spPr>
          <a:xfrm>
            <a:off x="10178415" y="535838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687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54880" y="574243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6" name="phase-7"/>
          <p:cNvSpPr/>
          <p:nvPr/>
        </p:nvSpPr>
        <p:spPr>
          <a:xfrm>
            <a:off x="11012805" y="5742432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5488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33272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2026-10-12T09:11:10Z</dcterms:created>
  <dcterms:modified xsi:type="dcterms:W3CDTF">2026-10-12T09:11:10Z</dcterms:modified>
</cp:coreProperties>
</file>